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72" r:id="rId11"/>
    <p:sldId id="273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8C85-E3E8-0F97-4A0B-C9640D289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F05F3-9C14-C869-5DB7-63A8C8636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E0198-9DA7-7A20-1AF0-3DDFA708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0BD74-36F6-E18F-A2FB-ABA6B8C1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3492-563E-6F7D-6718-8021B31F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09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45E9-F191-52DF-1908-B22DAB3FC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BDBC4-B6A2-B76D-E9B8-FB55CF9B6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47C25-11DA-ACF1-F263-F282272E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51057-58E8-44C8-8E60-E862CB0D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2A606-7047-E731-D899-AB3FBAAF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78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6579-DE7E-1D73-9299-3661550B5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D6AC6-FA84-C4E4-57B4-45775DB63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F3047-FA64-68B9-4246-900E933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7D83D-D0A2-DB1A-6E29-958FA652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DEC8B-1B48-DAEA-BAE0-1FC4037B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3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7E116-F4B8-7E77-E071-43B682F3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7821F-8B6A-2B64-4E7D-BD797194D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D241A-565A-719C-302F-4F25AC97D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516BD-244E-3AEE-1B6B-712A6D69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DE739-F4E8-B2E3-FF82-4417CFB38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BA6CB-9C12-086A-975B-65533089D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9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31E0-D30D-DF52-4037-249B9B374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C4476-A237-18FC-8445-59F941045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9B0A7-0DF2-D218-6260-AF17EBBC2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E4544-8905-C539-15B7-B0CB84761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A52583-80CE-4837-832F-CDAE1B1A7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69B61-07C5-F67F-B2AA-CD1DD4D0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8082CF-2B67-22EC-B4CB-3A3E6C6EE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C7637E-8765-A68E-676D-6F1395EFC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26F42-6AA1-6125-B2DA-73575AD8C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D78F9-E65C-E8FF-E61B-CDEB335C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7FE00-D48D-BDE3-CAC1-8B410491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CCE50-CB49-4A10-DAF5-51DC4A51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24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09CE81-034D-33EB-D144-F7F5802E3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0761E-9697-644B-F81D-859499A49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59736-5B11-147E-EDC3-B2442E20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0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8106-C5ED-AF96-274C-395F0A2F9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6A346-E3D3-CAC7-C7AC-B4EDAA1DA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A2BB0-A560-4A2E-CB11-4B8201958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28437-E9B6-7E01-A904-6630CC74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336DE-5DF7-2F10-494F-1C858016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35320-FF90-49FE-741E-56825E7BB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77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C1EE-ED0A-91BA-9251-6CA145A8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FDEACE-466B-502F-10B3-77FDC2A6F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E69FB-7325-BA39-3356-7821A7AF2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4A0C0-0C04-A87C-68C2-83AE525D3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EC7EA-AAE1-BC52-52AB-C28780E97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D9184-7B44-C616-3386-390AA07D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6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080B4-FD7B-A0CE-185B-B0579C46C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593822-211F-8F43-1F31-7850EE95E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ED470-D34D-14B9-D9B9-0C540A02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D785F-BA8B-8EBC-164E-DA329595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60408-3950-907A-2C9D-6BD93E93D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00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60BF6B-C17B-0A53-F223-74ACAD59A7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BD45E-D577-D637-7644-79A82A222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6AFD-2CB1-3BC7-BFBA-D73494B43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38403-4225-FC5D-A533-64BE4CF4D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4F3C4-669D-2866-BDF9-010658CE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3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AD339D-0273-A026-314F-587B997E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6518D-6CF2-54A3-12A8-52B4FCAE5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08590-7263-BF4B-6BB8-47E9C51AF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CAF5A-B603-4053-BCCB-BCB57EC3B61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6F5FE-BEA5-B77C-B406-D546EC54A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6C91A-7F2D-A3CF-5BA3-3994871CE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A25D5-FF43-4EA0-9545-0B13105A1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7ED8D4-1A8B-5D9E-6CCD-BA60F8C17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DB4DC9-B3D2-0B3D-4AF3-D62B60CC0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91" y="1428105"/>
            <a:ext cx="12073217" cy="249571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Day 2: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</a:b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To-Do App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with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Local Storage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36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A9D37-7BDC-1BF8-AE0F-5CE542D31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185795-9C5B-3457-FE5A-C6E922E96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D54E38-7932-027C-FA0E-5F663D118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612" y="734570"/>
            <a:ext cx="6710082" cy="99508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DOM Elements :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451D2B-EE3C-4DC2-FA74-95C8626AD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94" y="2464223"/>
            <a:ext cx="9180612" cy="192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22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57D76-6121-FD4A-EA11-60CD1CA1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17A8BD-ED96-3290-72DA-DB04F79AC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024410-D6F6-0128-63B6-5D30A3A56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64458" y="1465729"/>
            <a:ext cx="9180612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Load tasks from </a:t>
            </a:r>
            <a:b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Local Storage :</a:t>
            </a:r>
            <a:endParaRPr lang="en-US" sz="44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52FFC4-80E0-11C6-6807-517AB4E47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64" y="2971799"/>
            <a:ext cx="10348872" cy="91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5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989B-ABC7-F3EB-B37E-584E1FC28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9D6EC3-DBD0-3448-C0AA-27BB4D128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7326D8-D7B9-94A2-19BB-BF3C4AB0A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7" y="847164"/>
            <a:ext cx="5109883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Display tasks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A9B8D-801E-A52A-6869-36360C215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006" y="2299124"/>
            <a:ext cx="8493987" cy="270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9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F22B-63BB-095F-9AD5-BCEC0629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EE84BD-043F-DD58-35AD-E6667EDA2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B0FD79-298D-76C5-BDF7-ADF556D78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705" y="799939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Inside </a:t>
            </a:r>
            <a:r>
              <a:rPr lang="en-US" sz="44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renderTasks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()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43656C-2A09-0F14-748C-BC47C9F4F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958" y="2898335"/>
            <a:ext cx="9758083" cy="1633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AD665C-DC37-9C20-BCCA-608CFC669F0D}"/>
              </a:ext>
            </a:extLst>
          </p:cNvPr>
          <p:cNvSpPr txBox="1"/>
          <p:nvPr/>
        </p:nvSpPr>
        <p:spPr>
          <a:xfrm>
            <a:off x="1101538" y="2313560"/>
            <a:ext cx="7298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chemeClr val="accent1"/>
                </a:solidFill>
                <a:latin typeface="Arial Black" panose="020B0A04020102020204" pitchFamily="34" charset="0"/>
              </a:rPr>
              <a:t>forEach</a:t>
            </a:r>
            <a:r>
              <a:rPr lang="en-US" sz="3200" dirty="0">
                <a:solidFill>
                  <a:schemeClr val="accent1"/>
                </a:solidFill>
                <a:latin typeface="Arial Black" panose="020B0A04020102020204" pitchFamily="34" charset="0"/>
              </a:rPr>
              <a:t> loop</a:t>
            </a:r>
          </a:p>
        </p:txBody>
      </p:sp>
    </p:spTree>
    <p:extLst>
      <p:ext uri="{BB962C8B-B14F-4D97-AF65-F5344CB8AC3E}">
        <p14:creationId xmlns:p14="http://schemas.microsoft.com/office/powerpoint/2010/main" val="3452187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932F0-A0C4-E07B-6DF2-51BE1A83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C55FD6-C9B4-690C-21D2-AE454CDC8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D14F55-9211-A8BE-E681-6DBB8FAB3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705" y="799939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Inside </a:t>
            </a:r>
            <a:r>
              <a:rPr lang="en-US" sz="44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renderTasks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()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518D4-E46D-B56D-F3EA-A5AD3BC119EE}"/>
              </a:ext>
            </a:extLst>
          </p:cNvPr>
          <p:cNvSpPr txBox="1"/>
          <p:nvPr/>
        </p:nvSpPr>
        <p:spPr>
          <a:xfrm>
            <a:off x="1554255" y="2006737"/>
            <a:ext cx="7298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1"/>
                </a:solidFill>
                <a:latin typeface="Arial Black" panose="020B0A04020102020204" pitchFamily="34" charset="0"/>
              </a:rPr>
              <a:t>task.text</a:t>
            </a:r>
            <a:endParaRPr lang="en-US" sz="32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9BA24-E07C-C26B-BA02-D143055A5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255" y="2625782"/>
            <a:ext cx="9083489" cy="226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880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AA8A-A39E-A613-A4E8-3DED7FBEE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5F25AA-CE09-209C-19F2-79D1CF48C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574008-AE3B-5DBD-761B-7DFE6F032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705" y="799939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Inside </a:t>
            </a:r>
            <a:r>
              <a:rPr lang="en-US" sz="44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renderTasks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()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2C61D5-3B88-C070-36C8-703BA3BF8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77" y="2331587"/>
            <a:ext cx="9922445" cy="219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8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12812-3B6E-04EC-A01A-26D2C934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FEE344-375B-4B31-947D-F363945B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07CFBE-FBA3-1F74-860D-9A984ADFA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705" y="799939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Inside </a:t>
            </a:r>
            <a:r>
              <a:rPr lang="en-US" sz="44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renderTasks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()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8A3F8-B2F6-2279-C96C-441480F58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21" y="2141680"/>
            <a:ext cx="9453157" cy="257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95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F14F7-4093-4424-ABBC-C6F987FC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A4DC7B-5CEF-6296-67C0-706375431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B57F00-911E-2039-0148-A48345E0A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705" y="799939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Inside </a:t>
            </a:r>
            <a:r>
              <a:rPr lang="en-US" sz="44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renderTasks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()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C1DF7D-EF61-143A-37A5-A785E9143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206" y="2163851"/>
            <a:ext cx="8359588" cy="253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53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80D8-3120-97AC-1DAD-4122B6B7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472A3F-6BEB-007D-B877-D8885D82A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FA1521-1654-0CC0-88E8-E5A4544F2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705" y="799939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Inside </a:t>
            </a:r>
            <a:r>
              <a:rPr lang="en-US" sz="44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renderTasks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()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84BCC-3818-4582-5601-77CF0D683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586" y="1952256"/>
            <a:ext cx="8478828" cy="295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95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615F2-DB85-66B9-8C14-B46F3B30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8BC593-23F2-9964-3950-89713FB0A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9A3C37-6029-2F79-9692-E5FD8FB48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705" y="799939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Inside </a:t>
            </a:r>
            <a:r>
              <a:rPr lang="en-US" sz="44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renderTasks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()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C98A0-D7FC-98A8-5AAB-9CDF92B34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503" y="2196764"/>
            <a:ext cx="7756994" cy="245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11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F04A-521D-DE45-B852-EEEE6D66B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F7F6D4-2467-F7FE-9B59-622557E6A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D4665A-6CA9-1787-A8F0-9D8E596FB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7917" y="1149563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Button creation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C49CF3-7673-6056-626C-02C8AB2EC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257" y="2590917"/>
            <a:ext cx="9447486" cy="167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22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8533C-0E04-51FF-B3A3-D38B7984F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DDA837-7D7B-2C69-5C2E-934A83494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39D1BF-9705-3F25-3416-B152673B5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884" y="822844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Save to </a:t>
            </a:r>
            <a:r>
              <a:rPr lang="en-US" sz="44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LocalStorage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2763B3-ABFB-5255-D4DE-93C37073A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597" y="2166318"/>
            <a:ext cx="8938806" cy="810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DCDE1E-3BA7-8334-BD5C-1C1F4E2F5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00" y="3621225"/>
            <a:ext cx="5197000" cy="167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08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09111-30F1-8ADE-E51C-21F498C7C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48583A-B61B-7435-FC45-62BEF2873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2363E3-3D13-8AD3-DFBB-CA3D8F781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260" y="1109221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Add Task Button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3CC74E-246F-4829-1EE3-8581F6D83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349" y="2085086"/>
            <a:ext cx="6779301" cy="268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104FA-697E-9197-D8A1-81D88951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852D1C-3EAF-97E5-B3F2-1871EE5F4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1C9461-1C66-8737-C638-27222845A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260" y="1109221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Toggle Task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E1A115-BB22-9D60-0365-B194122B2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426" y="2384593"/>
            <a:ext cx="7721147" cy="208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7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E38F7-07B4-8632-74E0-25939E84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813DB1-396C-904C-3E8B-878A1316C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B03CA3-ACBD-D39C-CBDD-4CAB2C81B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68940" y="1095774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Delete Task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9731C7-1ECC-B6B7-0C38-24A6FFB5B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376" y="2223226"/>
            <a:ext cx="5783247" cy="241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629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86890-6E6D-FE1D-E63D-D29F720D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DB2D2B-6FF6-A3C7-3F3F-408DE044A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D484E-F12F-0815-EF7D-D95C290AA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1023" y="1095774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Clear All Button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34D2B-3C1C-1823-7B34-2D8A4AC0F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965" y="2193197"/>
            <a:ext cx="7950069" cy="247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46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84616-98B6-D249-BFE9-60CC8CDEB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8952AE-73EC-9C17-4818-611F6A06F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098ADF-540B-F295-D480-16A76A94F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03412" y="1754680"/>
            <a:ext cx="7754471" cy="699247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Initial Render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19FD20-6769-A46A-81D2-2D0D70631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577" y="2890278"/>
            <a:ext cx="4404845" cy="107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681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80</Words>
  <Application>Microsoft Office PowerPoint</Application>
  <PresentationFormat>Widescreen</PresentationFormat>
  <Paragraphs>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Office Theme</vt:lpstr>
      <vt:lpstr>Day 2:  To-Do App with Local Storage</vt:lpstr>
      <vt:lpstr>DOM Elements :</vt:lpstr>
      <vt:lpstr>Load tasks from  Local Storage :</vt:lpstr>
      <vt:lpstr>Display tasks :</vt:lpstr>
      <vt:lpstr>Inside renderTasks() :</vt:lpstr>
      <vt:lpstr>Inside renderTasks() :</vt:lpstr>
      <vt:lpstr>Inside renderTasks() :</vt:lpstr>
      <vt:lpstr>Inside renderTasks() :</vt:lpstr>
      <vt:lpstr>Inside renderTasks() :</vt:lpstr>
      <vt:lpstr>Inside renderTasks() :</vt:lpstr>
      <vt:lpstr>Inside renderTasks() :</vt:lpstr>
      <vt:lpstr>Button creation :</vt:lpstr>
      <vt:lpstr>Save to LocalStorage :</vt:lpstr>
      <vt:lpstr>Add Task Button :</vt:lpstr>
      <vt:lpstr>Toggle Task :</vt:lpstr>
      <vt:lpstr>Delete Task :</vt:lpstr>
      <vt:lpstr>Clear All Button :</vt:lpstr>
      <vt:lpstr>Initial Render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JEYASURIYA M</dc:creator>
  <cp:lastModifiedBy>JEYASURIYA M</cp:lastModifiedBy>
  <cp:revision>1</cp:revision>
  <dcterms:created xsi:type="dcterms:W3CDTF">2025-11-05T22:24:02Z</dcterms:created>
  <dcterms:modified xsi:type="dcterms:W3CDTF">2025-11-05T23:10:32Z</dcterms:modified>
</cp:coreProperties>
</file>